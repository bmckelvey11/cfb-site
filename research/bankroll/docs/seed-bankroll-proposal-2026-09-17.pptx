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A1D24"/>
                </a:solidFill>
              </a:defRPr>
            </a:pPr>
            <a:r>
              <a:t>Seed bankroll: $20,000 for the rest of the 2026 season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A gift that funds a betting bankroll. Nothing is owed back.</a:t>
            </a:r>
          </a:p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Not an investment, not a loan, not a security.</a:t>
            </a:r>
          </a:p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Every number here comes from a script in the repository and carries its uncertainty.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280"/>
                </a:solidFill>
              </a:defRPr>
            </a:pPr>
            <a:r>
              <a:t>Prepared September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The ask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$20,000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weeks 4–15 of the 2026 regular season, Sept 24 to Dec 12 (12 weeks)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what it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two totals strategies already running, units re-sized off the bankroll each week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expected bets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~118: 6–12 Greenline unders a week (~107), ~11 over-zero overs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recommended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Greenline 0.5% of bankroll per bet ($100 at the start), over-zero 1% ($200), re-sized each Monday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afterwards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bankroll and profit stay in the operation for 2027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gets bet: two legs, one bankroll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Win rates are shown with their 95% intervals. Break-even is 52.4% at −110, 54.5% at −120.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  <a:r>
                        <a:t>Over-zero (floor-bias OVERs)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  <a:r>
                        <a:t>Greenline totals (PFF flags, ~85% unders)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in-house model: totals pinned too low against heavy favorites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vendor projection disagreeing with the market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151–83, 64.5% (58.2–70.4%), walk-forward 2016–25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27–22, 55.1% (41–68%), 2026 wk 2; + 114–87 personal unders 2023–25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planning 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58.2%, the interval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bracket: 55.0% (2026 only) to 56.4% (pooled)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−120 or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−110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bets left in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~11, median +$133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6–12 a week by plan, ~107 total (~16% of flags)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better evidence, nearly spent for 2026; matters in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carries the whole 2026 projection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Conflict rule: same game flagged on opposite sides → Greenline takes it, over-zero skips it.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Excluded: the spread model (research, not a bet); Greenline spreads and moneylines (21–28 and 21–25 in week 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Bets per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Plan: 6–12 Greenline unders a week, capped by that week's FBS-vs-FBS slate (Greenline flags every such game). Over-zero ~11 bets spread across the span.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8638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01168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FBS games (= flags)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Greenline 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over-zero bets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staked at start units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$1,077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6–9 (mean 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$991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~107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~11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$12,834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6 to 12 unders plus about 1 over-zero over in a typical week. Championship week has only 9 games, so 6 to 9.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Each week's count is drawn uniformly from the range, so volume is the plan, not a forecast.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 typical week stakes $1,000 to $1,100 at the starting units; units re-size each Monday. Weeks 14 and 15 use 2025's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The projection: bracketed, not 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100,000 paths, win rates drawn per path from each record. Two panels = the two defensible Greenline priors.</a:t>
            </a:r>
          </a:p>
        </p:txBody>
      </p:sp>
      <p:pic>
        <p:nvPicPr>
          <p:cNvPr id="4" name="Picture 3" descr="mc-combined-totals-2026-09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92031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Choosing the stake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Largest median gain such that ≤1% of paths end down 25% and none go to zero, under both priors. 6–12 unders a week, units re-sized weekly.</a:t>
            </a:r>
          </a:p>
        </p:txBody>
      </p:sp>
      <p:pic>
        <p:nvPicPr>
          <p:cNvPr id="4" name="Picture 3" descr="bankroll-config-sweep-2026-09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51027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5544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Recommended: Greenline 0.5% of bankroll ($100 at the start), over-zero 1% ($200), re-sized each Monday.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Median $20,945 pooled / $20,673 2026-only.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5th pct $18,598 / $17,600. P(−25%) 0% under both.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1% ($200) passes only under the pooled prior (median $21,714 / $21,157; P(−25%) 0.4% / 3.6%). Upgrade path once four more weeks are graded.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Unit size does not change the downside ratio. Volume does, and 6–12 a week is a little above the 13% rate the record was earned at. The ledger prices that.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Risk,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At the recommended 0.5% / 1% units, re-sized weekly. No stop-loss.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pooled 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2026-only prior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P(season ends below $20,000)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36.9%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P(ends below $15,000)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P(passes through $0)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0 of 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0 of 50,000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median ending bankroll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$20,945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$20,673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5th 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$18,598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$17,600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95th 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$23,541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$24,112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worst single week,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−$534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−$551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total staked, 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$13,126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$13,051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Roughly one season in three ends below $20,000. That is mostly not knowing the true win rate, which a 12-week season cannot average away.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One season in twenty ends worse than about −$1,900.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Same-Saturday correlation is assumed (ρ = 0.10), not measured. It moves the tail by a few hundred dollars and the median not at all.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Stress-tested: 0.5% passes all 25 skeptical scenarios (weaker priors, weaker marginal bets, correlation to 0.5, all at once). 1% fails 13 of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the numbers do not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Greenline as independently validated. n=49 in 2026, interval 41–68%. The pooled record is 80% the same signal bet in earlier seasons.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The pooled prior transferring in full. The 201 past unders sat ~6 points higher in total than the 2026 flags. Pooling probably overstates.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Any coverage above 13%. Every 'bet more flags' row assumes the picked-flag win rate applies to flags that were passed on.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A reproducible selection rule. 'Bet ~6 of 49 a week' is a volume assumption; no script picks which six.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A 2027 projection. Not modeled yet. Needs over-zero at full-season volume and a full graded Greenline season.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Within-week compounding. Units re-size on Monday, not per bet; Saturday kickoffs are simultaneous. Re-sizing moves the 12-week median by under $100 either 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the money does each week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D24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D24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capture Greenline flags; seed the bet ledger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Thursday–Saturday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bet 6–12 unders at −110 or better; over-zero board at −120 or better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grade flags; mark which were bet; re-size units off the bankroll; rerun the projection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Marking which flags get bet is the one manual step and the one that resolves the biggest open question (coverage).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Four more graded weeks puts the 2026 flags at n≈250 on their own. The prior stops doing the work and the stake decision gets revisited then.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