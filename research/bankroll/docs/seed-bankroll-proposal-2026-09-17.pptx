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for the rest of the 2026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funds a betting bankroll.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weeks 4–15 of the 2026 regular season, Sept 24 to Dec 12 (12 weeks)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units re-sized off the bankroll each week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~118: 6–12 Greenline unders a week (~107), ~11 over-zero overs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recommended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0.5% of bankroll per bet ($100 at the start), over-zero 1% ($200), re-sized each Monday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afterwards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bankroll and profit stay in the operation for 2027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bracket: 55.0% (2026 only) to 56.4% (pooled)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6–12 a week by plan, ~107 total (~16% of flags)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matters in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whole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Plan: 6–12 Greenline unders a week, capped by that week's FBS-vs-FBS slate (Greenline flags every such game). Over-zero ~11 bets spread across the span.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8638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01168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 at start units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6–9 (mean 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$991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$12,834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6459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6 to 12 unders plus about 1 over-zero over in a typical week. Championship week has only 9 games, so 6 to 9.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uniformly from the range, so volume is the plan, not a forecast.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$1,000 to $1,100 at the starting units; units re-size each Monday. Weeks 14 and 15 use 2025's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bracketed, not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rates drawn per path from each record. Two panels = the two defensible Greenline priors.</a:t>
            </a:r>
          </a:p>
        </p:txBody>
      </p:sp>
      <p:pic>
        <p:nvPicPr>
          <p:cNvPr id="4" name="Picture 3" descr="mc-combined-totals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92031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Largest median gain such that ≤1% of paths end down 25% and none go to zero, under both priors. 6–12 unders a week, units re-sized weekly.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102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Recommended: Greenline 0.5% of bankroll ($100 at the start), over-zero 1% ($200), re-sized each Monday.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Median $20,945 pooled / $20,673 2026-only.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5th pct $18,598 / $17,600. P(−25%) 0% under both.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1% ($200) passes only under the pooled prior (median $21,714 / $21,157; P(−25%) 0.4% / 3.6%). Upgrade path once four more weeks are graded.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Unit size does not change the downside ratio. Volume does, and 6–12 a week is a little above the 13% rate the record was earned at. The ledger prices that.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the recommended 0.5% / 1% units, re-sized weekly.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pooled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2026-only prior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36.9%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$20,945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$20,673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$18,598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$17,600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$23,541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$24,112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−$551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$13,126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$13,051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64592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Roughly one season in three ends below $20,000. That is mostly not knowing the true win rate, which a 12-week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One season in twenty ends worse than about −$1,900.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 It moves the tail by a few hundred dollars and the median not at 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pooled record is 80% the same signal bet in earlier seasons.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pooled prior transferring in full. The 201 past unders sat ~6 points higher in total than the 2026 flags. Pooling probably overstates.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Any coverage above 13%. Every 'bet more flags' row assumes the picked-flag win rate applies to flags that were passed 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~6 of 49 a week' is a volume assumption; no script picks which six.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2027 projection. Not modeled yet. Needs over-zero at full-season volume and a full graded Greenline season.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Within-week compounding. Units re-size on Monday, not per bet; Saturday kickoffs are simultaneous. Re-sizing moves the 12-week median by under $100 either 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6–12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re-size units off the bankroll; rerun the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 and the one that resolves the biggest open question (coverage).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Four more graded weeks puts the 2026 flags at n≈250 on their own. The prior stops doing the work and the stake decision gets revisited then.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