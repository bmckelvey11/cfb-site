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A1D24"/>
                </a:solidFill>
              </a:defRPr>
            </a:pPr>
            <a:r>
              <a:t>Seed bankroll: $20,000 for the rest of the 2026 season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A gift that funds a betting bankroll. Nothing is owed back.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Not an investment, not a loan, not a security.</a:t>
            </a:r>
          </a:p>
          <a:p>
            <a:pPr>
              <a:spcAft>
                <a:spcPts val="600"/>
              </a:spcAft>
              <a:defRPr sz="1800" b="0">
                <a:solidFill>
                  <a:srgbClr val="6B7280"/>
                </a:solidFill>
              </a:defRPr>
            </a:pPr>
            <a:r>
              <a:t>Every number here comes from a script in the repository and carries its uncertainty.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0">
                <a:solidFill>
                  <a:srgbClr val="6B7280"/>
                </a:solidFill>
              </a:defRPr>
            </a:pPr>
            <a:r>
              <a:t>Prepared September 17,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ask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weeks 4–15 of the 2026 regular season, Sept 24 to Dec 12 (12 weeks)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what it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two totals strategies already running, flat stakes off the starting bankroll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expected bets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~87: ~76 Greenline unders, ~11 over-zero overs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recommended 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Greenline $100 per bet (0.5%), over-zero $200 per bet (1%)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afterwards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bankroll and profit stay in the operation for 2027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gets bet: two legs, one bankroll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Win rates are shown with their 95% intervals. Break-even is 52.4% at −110, 54.5% at −120.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Over-zero (floor-bias OVERs)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D24"/>
                          </a:solidFill>
                        </a:defRPr>
                      </a:pPr>
                      <a:r>
                        <a:t>Greenline totals (PFF flags, ~85% unders)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in-house model: totals pinned too low against heavy favorites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vendor projection disagreeing with the market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151–83, 64.5% (58.2–70.4%), walk-forward 2016–25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27–22, 55.1% (41–68%), 2026 wk 2; + 114–87 personal unders 2023–25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planning win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58.2%, the interval 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bracket: 55.0% (2026 only) to 56.4% (pooled)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−120 or better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−110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bets left in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~11, median +$133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~6 a week, ~76 total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better evidence, nearly spent for 2026; matters in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D24"/>
                          </a:solidFill>
                        </a:defRPr>
                      </a:pPr>
                      <a:r>
                        <a:t>carries the whole 2026 projection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Conflict rule: same game flagged on opposite sides → Greenline takes it, over-zero skips it.</a:t>
            </a:r>
          </a:p>
          <a:p>
            <a:pPr>
              <a:spcAft>
                <a:spcPts val="600"/>
              </a:spcAft>
              <a:defRPr sz="1300" b="0">
                <a:solidFill>
                  <a:srgbClr val="6B7280"/>
                </a:solidFill>
              </a:defRPr>
            </a:pPr>
            <a:r>
              <a:t>Excluded: the spread model (research, not a bet); Greenline spreads and moneylines (21–28 and 21–25 in week 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The projection: bracketed, not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100,000 paths, win rates drawn per path from each record. Two panels = the two defensible Greenline priors.</a:t>
            </a:r>
          </a:p>
        </p:txBody>
      </p:sp>
      <p:pic>
        <p:nvPicPr>
          <p:cNvPr id="4" name="Picture 3" descr="mc-combined-totals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92031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Choosing the stake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Largest median gain such that ≤1% of paths end down 25% and none go to zero, under both priors.</a:t>
            </a:r>
          </a:p>
        </p:txBody>
      </p:sp>
      <p:pic>
        <p:nvPicPr>
          <p:cNvPr id="4" name="Picture 3" descr="bankroll-config-sweep-2026-09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751027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55448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Recommended: Greenline 0.5% ($100), over-zero 1% ($200).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Median $20,727 pooled / $20,542 2026-only.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5th pct $18,773 / $18,060. P(−25%) 0% under both.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1% ($200) passes only under the pooled prior (median $21,315 / $20,936; P(−25%) 0.2% / 1.9%). Upgrade path once four more weeks are graded.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Stake does not change the downside ratio. Coverage does, and coverage is the unproven assumption. Conditional rows are shown, not recommended.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Risk,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B7280"/>
                </a:solidFill>
              </a:defRPr>
            </a:pPr>
            <a:r>
              <a:t>At the recommended $100 / $200 stakes. Flat stakes, no stop-loss.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measure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pooled prior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A1D24"/>
                          </a:solidFill>
                        </a:defRPr>
                      </a:pPr>
                      <a:r>
                        <a:t>2026-only prior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P(season ends below $20,000)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35.8%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P(ends below $15,000)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P(passes through $0)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median ending bankroll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$20,542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$18,773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$18,060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95th percentile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$22,979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worst single week,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$-427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$-442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total staked, 12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$9,761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1A1D24"/>
                          </a:solidFill>
                        </a:defRPr>
                      </a:pPr>
                      <a:r>
                        <a:t>$9,763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0" y="1645920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Roughly one season in three ends below $20,000. That is mostly not knowing the true win rate, which a 12-week season cannot average away.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One season in twenty ends worse than about −$1,900.</a:t>
            </a: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</a:p>
          <a:p>
            <a:pPr>
              <a:spcAft>
                <a:spcPts val="600"/>
              </a:spcAft>
              <a:defRPr sz="1300" b="0">
                <a:solidFill>
                  <a:srgbClr val="1A1D24"/>
                </a:solidFill>
              </a:defRPr>
            </a:pPr>
            <a:r>
              <a:t>Same-Saturday correlation is assumed (ρ = 0.10), not measured. It moves the tail by a few hundred dollars and the median not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numbers do not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Greenline as independently validated. n=49 in 2026, interval 41–68%. The pooled record is 80% the same signal bet in earlier seasons.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The pooled prior transferring in full. The 201 past unders sat ~6 points higher in total than the 2026 flags. Pooling probably overstates.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Any coverage above 13%. Every 'bet more flags' row assumes the picked-flag win rate applies to flags that were passed 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reproducible selection rule. 'Bet ~6 of 49 a week' is a volume assumption; no script picks which six.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A 2027 projection. Not modeled yet. Needs over-zero at full-season volume and a full graded Greenline season.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• Compounded returns. Simultaneous kickoffs make them unachievable; everything here is flat-staked.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A1D24"/>
                </a:solidFill>
              </a:defRPr>
            </a:pPr>
            <a:r>
              <a:t>What the money does each week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0"/>
              </a:tblGrid>
              <a:tr h="36576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1A1D24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capture Greenline flags; seed the bet ledger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Thursday–Saturday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bet ~6 unders at −110 or better; over-zero board at −120 or better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Monday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1D24"/>
                          </a:solidFill>
                        </a:defRPr>
                      </a:pPr>
                      <a:r>
                        <a:t>grade flags; mark which were bet; rerun the projection with the new record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Marking which flags get bet is the one manual step and the one that resolves the biggest open question (coverage).</a:t>
            </a:r>
          </a:p>
          <a:p>
            <a:pPr>
              <a:spcAft>
                <a:spcPts val="600"/>
              </a:spcAft>
              <a:defRPr sz="1500" b="0">
                <a:solidFill>
                  <a:srgbClr val="1A1D24"/>
                </a:solidFill>
              </a:defRPr>
            </a:pPr>
            <a:r>
              <a:t>Four more graded weeks puts the 2026 flags at n≈250 on their own. The prior stops doing the work and the stake decision gets revisited then.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