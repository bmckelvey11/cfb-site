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for the rest of the 2026 season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funds a betting bankroll.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17,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weeks 4–15 of the 2026 regular season, Sept 24 to Dec 12 (12 weeks)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flat stakes off the starting bankroll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~99: ~88 Greenline unders, ~11 over-zero overs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recommended 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$100 per bet (0.5%), over-zero $200 per bet (1%)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afterwards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bankroll and profit stay in the operation for 2027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27–22, 55.1% (41–68%), 2026 wk 2;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bracket: 55.0% (2026 only) to 56.4% (pooled)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~13% of each week's flags, ~7 a week, ~88 total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matters in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whole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Greenline takes it, over-zero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spread 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Bets per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Greenline flags every FBS-vs-FBS game, so weekly volume is the schedule. 13% of flags at $100; over-zero ~11 bets spread across the span at $200.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4980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1645920"/>
                <a:gridCol w="1554480"/>
                <a:gridCol w="13716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FBS games (= flags)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D24"/>
                          </a:solidFill>
                        </a:defRPr>
                      </a:pPr>
                      <a:r>
                        <a:t>staked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$931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$905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$931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$944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$905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$905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$983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$1,035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$1,022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$1,048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$294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~11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1D24"/>
                          </a:solidFill>
                        </a:defRPr>
                      </a:pPr>
                      <a:r>
                        <a:t>$10,947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About 8 Greenline unders plus 1 over-zero over in a typical week. 9 to 10 in November. One in championship week.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Each week's count is drawn Poisson around these means, so a real week can be 4 or 12.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A typical week stakes about $1,000. Weeks 14 and 15 use 2025's schedule; 2026 is not scheduled that far yet.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bracketed, not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rates drawn per path from each record. Two panels = the two defensible Greenline priors.</a:t>
            </a:r>
          </a:p>
        </p:txBody>
      </p:sp>
      <p:pic>
        <p:nvPicPr>
          <p:cNvPr id="4" name="Picture 3" descr="mc-combined-totals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92031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stake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Largest median gain such that ≤1% of paths end down 25% and none go to zero, under both priors.</a:t>
            </a:r>
          </a:p>
        </p:txBody>
      </p:sp>
      <p:pic>
        <p:nvPicPr>
          <p:cNvPr id="4" name="Picture 3" descr="bankroll-config-sweep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1027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Recommended: Greenline 0.5% ($100), over-zero 1% ($200).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Median $20,821 pooled / $20,594 2026-only.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5th pct $18,685 / $17,818. P(−25%) 0% under both.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1% ($200) passes only under the pooled prior (median $21,502 / $21,052; P(−25%) 0.4% / 3.0%). Upgrade path once four more weeks are graded.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Stake does not change the downside ratio. Coverage does, and coverage is the unproven assumption. Conditional rows are shown, not recommended.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the recommended $100 / $200 stakes. Flat stakes,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315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pooled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2026-only prior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36.2%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$20,594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$18,685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$17,818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$22,945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$23,297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−$461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−$509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$10,946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$10,948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64592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Roughly one season in three ends below $20,000. That is mostly not knowing the true win rate, which a 12-week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One season in twenty ends worse than about −$1,900.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 It moves the tail by a few hundred dollars and the median not at 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n=49 in 2026, interval 41–68%. The pooled record is 80% the same signal bet in earlier seasons.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pooled prior transferring in full. The 201 past unders sat ~6 points higher in total than the 2026 flags. Pooling probably overstates.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Any coverage above 13%. Every 'bet more flags' row assumes the picked-flag win rate applies to flags that were passed 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~6 of 49 a week' is a volume assumption; no script picks which six.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2027 projection. Not modeled yet. Needs over-zero at full-season volume and a full graded Greenline season.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Compounded returns. Simultaneous kickoffs make them unachievable; everything here is flat-staked.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~6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rerun the projection with the new record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 and the one that resolves the biggest open question (coverage).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Four more graded weeks puts the 2026 flags at n≈250 on their own. The prior stops doing the work and the stake decision gets revisited then.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