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A1D24"/>
                </a:solidFill>
              </a:defRPr>
            </a:pPr>
            <a:r>
              <a:t>Seed bankroll: $20,000 to grow across seasons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A gift that seeds a betting bankroll meant to compound: the rest of 2026, all of 2027, golf once graded. Nothing is owed back.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Not an investment, not a loan, not a security.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Every number here comes from a script in the repository and carries its uncertainty.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B7280"/>
                </a:solidFill>
              </a:defRPr>
            </a:pPr>
            <a:r>
              <a:t>Prepared September 21,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 (Sept 24 to Dec 12), then 2027 and onward. Bowls excluded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what it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two totals strategies already running, units re-sized off the bankroll each Monday; golf once graded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expected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 ~118 (6–12 Greenline unders a week + ~11 over-zero); 2027 ~250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unit today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Greenline 1% of bankroll per bet ($200 at the start), over-zero 1%. Re-derived each Monday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stays in the bankroll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gets bet: two legs, one bankroll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Win rates are shown with their 95% intervals. Break-even is 52.4% at −110, 54.5% at −120.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(floor-bias OVERs)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totals (PFF flags, ~85% unders)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in-house model: totals pinned too low against heavy favorites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vendor projection disagreeing with the market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151–83, 64.5% (58.2–70.4%), walk-forward 2016–25; 21–9 on the 2026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32–26, 55.2% (42.5–67.3%), published 2026 under list wks 2–3; + 114–87 personal unders 2023–25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planning 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58.2%, the interval's lower endpoint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56.1%: published under list + 2023–25 unders at half weight. Bracket 55.1% to 56.4%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−120 or 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bets left in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~11, median +$133; 30–51 in a full 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6–12 a week by plan, ~107 in 2026, ~134 in 2027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better evidence, nearly spent for 2026; ~a third of 2027's 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carries the 2026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Conflict rule: same game flagged on opposite sides → over-zero takes it, Greenline skips it.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Excluded: the pred-tracker-model (research, not a bet); Greenline spreads and moneylines (21–28 and 21–25 in week 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Bets per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Plan: 6–12 Greenline unders a week, capped by that week's FBS-vs-FBS slate (Greenline flags every such game). Over-zero ~11 bets spread across the span.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8638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01168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FBS games (= flags)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unders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staked at today's units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6–9 (mean 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$1,805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$23,549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778240" y="16459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6 to 12 unders plus about 1 over-zero over in a typical week. Championship week has only 9 games, so 6 to 9.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Each week's count is drawn uniformly from the range, so volume is the plan, not a forecast.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typical week stakes about $2,000 at today's units; units re-size each Monday. Weeks 14 and 15 use 2025's schedule.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projection: rest of 2026 and through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100,000 paths, win rate drawn per path from the planning prior. Top row re-sized weekly, bottom row flat. Week 12 = end of 2026.</a:t>
            </a:r>
          </a:p>
        </p:txBody>
      </p:sp>
      <p:pic>
        <p:nvPicPr>
          <p:cNvPr id="4" name="Picture 3" descr="pooled-bankroll-growth-2026-09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517423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Choosing the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Rule: the smaller of quarter Kelly off the planning prior and the largest unit at which ≤3% of seasons end down 25%. 6–12 unders a week, re-sized weekly.</a:t>
            </a:r>
          </a:p>
        </p:txBody>
      </p:sp>
      <p:pic>
        <p:nvPicPr>
          <p:cNvPr id="4" name="Picture 3" descr="bankroll-config-sweep-2026-09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680960" cy="34913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5544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Quarter Kelly off the planning prior (56.1%), shrunk for 9 simultaneous bets: 1.30%.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The 3% cap binds first: 1% has P(−25%) 0.7%; 1.5% fails at 3.8%. Unit today: 1%.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At 1%: median $21,633 planning / $21,174 n58 / $21,725 pooled. 5th pct $16,951. P(−25%) 0.7% / 2.9% / 0.4%.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0.5% is the all-weather fallback: median $20,903, P(−25%) 0.00%.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Unit size does not change the downside ratio; volume does. The unit is re-derived every Monday and heads toward 1.3% if the 2026 record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Risk,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At 1% / 1% units, re-sized weekly, rest of 2026. No stop-loss.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680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planning 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n58 bracket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pooled bracket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P(season ends below $20,000)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27.3%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P(ends below $15,000)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P(passes through $0)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median ending bankroll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$21,725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$16,951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$15,684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$17,309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95th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$27,307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$28,201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$27,074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worst single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total staked,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$24,559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03920" y="16459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About three seasons in ten end below $20,000. That is mostly not knowing the true win rate, which one season cannot average away.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10% mid-season drawdown happens in about a third of seasons at 1%; a 20% drawdown in one in twenty.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Same-Saturday correlation is assumed (ρ = 0.10), not measured.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Stress-tested under the 3% cap: 1% passes 17 of 25 skeptical scenarios and the combined case on the planning prior; 0.5% passes all 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rate, and a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Medians, computed per simulated path. A season is the unit that compounds; the bankroll is idle 259 days between seasons.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5577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1%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0.5% unit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+4.5%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a full 2027 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+7.3%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CAGR, 1.21 yrs to Dec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+16.8%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+9.8%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ending bankroll, Dec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$22,410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554480"/>
          <a:ext cx="5486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a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1%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0.5% unit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median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middle half of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−$328 to $669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−$171 to $341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5th–95th pct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−$1,080 to $1,360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−$556 to $703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worst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−$536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weeks ending in 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58.2%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0624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No annualised figure for 2026 alone: 79 days of betting then 259 idle would turn +8% into something near +43%. The CAGR row spans the whole funded window with the idle months counted in.</a:t>
            </a:r>
          </a:p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 typical week makes $125 and the worst week of a typical season loses $1,055. Four weeks in ten lose money at both units — stake size moves the size of the swing, never its frequency.</a:t>
            </a:r>
          </a:p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Dollar rows are the 2026 leg only; stakes re-size weekly, so a 2027 week is not the same week.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numbers do not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Greenline as independently validated. n=58 in 2026, interval 42.5–67.3%. The planning prior is half personal history of the same signal.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2027 numbers as a forecast. They assume the edge persists unchanged on 2025's schedule.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Golf. No record, no price, no volume. A placeholder leg until graded.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reproducible selection rule. 'Bet 6–12 of the week's flags' is a volume plan; no script picks which ones.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Kelly as today's rule. Quarter Kelly is 1.3%; the 3% drawdown cap binds at 1%. That is where the unit is headed if the record holds.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negative cross-leg correlation as a hedge. A common model-or-market failure that hurts both legs is not modeled.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money does each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capture Greenline flags; seed the bet ledger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Thursday–Saturday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bet 6–12 unders at −110 or better; over-zero board at −120 or better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grade flags; mark which were bet; re-derive the unit (min of quarter Kelly and the 3% cap); re-size off the bankroll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The planning prior is fixed: 2026 flags plus the 2023–25 unders at half weight. The unit moves only by the Monday rule. Golf enters with a graded record, at the same rule.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Marking which flags get bet is the one manual step. It turns '6–12 a week' from a plan into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